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34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840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QR-FOOD: Заказ еды по QR-коду в Telegram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4180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QR-FOOD — это инновационное Telegram WebApp для быстрого заказа еды. Мы делаем процесс заказа удобным, скоростным и бесконтактным. Это настоящая революция в сфере общественного питания.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665470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3ADA5D"/>
          </a:solidFill>
          <a:ln w="7620">
            <a:solidFill>
              <a:srgbClr val="4D4D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91870" y="5798106"/>
            <a:ext cx="139541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4D4D5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648563"/>
            <a:ext cx="298882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ea typeface="Inter Bold" pitchFamily="34" charset="-122"/>
              </a:rPr>
              <a:t>Авторы:</a:t>
            </a:r>
            <a:br>
              <a:rPr lang="ru-RU" sz="2200" b="1" dirty="0">
                <a:solidFill>
                  <a:srgbClr val="E5E0DF"/>
                </a:solidFill>
                <a:ea typeface="Inter Bold" pitchFamily="34" charset="-122"/>
              </a:rPr>
            </a:br>
            <a:r>
              <a:rPr lang="ru-RU" sz="2200" b="1" dirty="0">
                <a:solidFill>
                  <a:srgbClr val="E5E0DF"/>
                </a:solidFill>
                <a:ea typeface="Inter Bold" pitchFamily="34" charset="-122"/>
              </a:rPr>
              <a:t>Павел Трушин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ea typeface="Inter Bold" pitchFamily="34" charset="-122"/>
              </a:rPr>
              <a:t>Владислав Дорофеев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ea typeface="Inter Bold" pitchFamily="34" charset="-122"/>
              </a:rPr>
              <a:t>Аркадий Салин</a:t>
            </a:r>
            <a:endParaRPr lang="en-US" sz="22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C9BB73-0447-3772-66E2-682A78A8D8E2}"/>
              </a:ext>
            </a:extLst>
          </p:cNvPr>
          <p:cNvSpPr/>
          <p:nvPr/>
        </p:nvSpPr>
        <p:spPr>
          <a:xfrm>
            <a:off x="12636500" y="732790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84415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Ценность продукта QR-FOOD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клиентов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заказ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Бесконтактная оплата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Экономия времени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ресторанов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работы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Увеличение прибыли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32928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Лояльность клиентов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Общая ценность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2067" y="437995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Удобство и автоматизация процессов для всех.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CB04FFC-DC7C-5591-5284-9DA37B854E2B}"/>
              </a:ext>
            </a:extLst>
          </p:cNvPr>
          <p:cNvSpPr/>
          <p:nvPr/>
        </p:nvSpPr>
        <p:spPr>
          <a:xfrm>
            <a:off x="12636500" y="732790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56434C0-2575-0E31-5E4D-8C088BFCBEBD}"/>
              </a:ext>
            </a:extLst>
          </p:cNvPr>
          <p:cNvSpPr/>
          <p:nvPr/>
        </p:nvSpPr>
        <p:spPr>
          <a:xfrm>
            <a:off x="0" y="-16967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694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Целевая аудитория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183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3160871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Клиенты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368665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Молодые люди (18-35 лет). Активные пользователи Telegram. Ценят скорость, удобство, бесконтактную оплату.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0" y="4908590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73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Рестораны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017306" y="543437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Кафе и рестораны с высоким потоком посетителей. Стремятся к оптимизации и привлечению аудитории.</a:t>
            </a:r>
            <a:endParaRPr lang="en-US" sz="17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4B4FD1A-28BF-6E77-7795-36AF469DC452}"/>
              </a:ext>
            </a:extLst>
          </p:cNvPr>
          <p:cNvSpPr/>
          <p:nvPr/>
        </p:nvSpPr>
        <p:spPr>
          <a:xfrm>
            <a:off x="12636500" y="732790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94460"/>
            <a:ext cx="62337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Модель монетизации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443401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670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Комиссия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16063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Процент (5-10%) от каждого заказа.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804285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031099"/>
            <a:ext cx="28754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Премиум-подписка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52151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Дополнительные функции, приоритетная поддержка для ресторанов.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474137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700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Интеграция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191369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Партнерские программы с сервисами доставки.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A17866D-7BA5-85DE-EF30-BFFFA37BAF32}"/>
              </a:ext>
            </a:extLst>
          </p:cNvPr>
          <p:cNvSpPr/>
          <p:nvPr/>
        </p:nvSpPr>
        <p:spPr>
          <a:xfrm>
            <a:off x="12636500" y="732790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04655"/>
            <a:ext cx="72049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Преимущества QR-FOOD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953595"/>
            <a:ext cx="6408063" cy="2206585"/>
          </a:xfrm>
          <a:prstGeom prst="roundRect">
            <a:avLst>
              <a:gd name="adj" fmla="val 431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188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клиентов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67844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заказ в 3 клика.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224" y="612064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Telegram Pay.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8224" y="656284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нужно устанавливать лишние приложения.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667" y="4953595"/>
            <a:ext cx="6408063" cy="2206585"/>
          </a:xfrm>
          <a:prstGeom prst="roundRect">
            <a:avLst>
              <a:gd name="adj" fmla="val 431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63101" y="5188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ресторанов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63101" y="567844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Скорость обслуживания +30%.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663101" y="612064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нагрузки на персонал.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663101" y="656284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Автоматический сбор аналитики.</a:t>
            </a:r>
            <a:endParaRPr lang="en-US" sz="17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5C69782-AD4A-924B-EB1E-A2242B7D231A}"/>
              </a:ext>
            </a:extLst>
          </p:cNvPr>
          <p:cNvSpPr/>
          <p:nvPr/>
        </p:nvSpPr>
        <p:spPr>
          <a:xfrm>
            <a:off x="12636500" y="732790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72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Ценовая политика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69519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66548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Базовая версия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391733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Бесплатная, с ограниченным функционалом.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28421" y="1869519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14898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Комиссия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8421" y="3391733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суммы заказа в базовой версии.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54246" y="4911328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5000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620601" y="5943124"/>
            <a:ext cx="28754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Премиум-подписка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54246" y="6433542"/>
            <a:ext cx="3608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рублей в месяц. Расширенная аналитика, приоритетная поддержка.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0184719-33ED-2413-070D-2FB79FA09DFD}"/>
              </a:ext>
            </a:extLst>
          </p:cNvPr>
          <p:cNvSpPr/>
          <p:nvPr/>
        </p:nvSpPr>
        <p:spPr>
          <a:xfrm>
            <a:off x="12636500" y="732790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321" y="371118"/>
            <a:ext cx="4325541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Примеры использования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1" y="1062752"/>
            <a:ext cx="3374231" cy="2085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15264" y="1062752"/>
            <a:ext cx="1687116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Быстрое питание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015264" y="1354574"/>
            <a:ext cx="10142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 у стойки без очереди.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21" y="3418046"/>
            <a:ext cx="3374231" cy="20853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15264" y="3418046"/>
            <a:ext cx="1687116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Кафе с террасой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015264" y="3709868"/>
            <a:ext cx="10142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 с любого столика без вызова официанта.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21" y="5773341"/>
            <a:ext cx="3374231" cy="20853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15264" y="5773341"/>
            <a:ext cx="1687116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Бизнес-ланч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015264" y="6065163"/>
            <a:ext cx="10142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заказ и оплата в обеденный перерыв.</a:t>
            </a:r>
            <a:endParaRPr lang="en-US" sz="10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49FFD2-CC13-B698-B5A9-35F25FEE8874}"/>
              </a:ext>
            </a:extLst>
          </p:cNvPr>
          <p:cNvSpPr/>
          <p:nvPr/>
        </p:nvSpPr>
        <p:spPr>
          <a:xfrm>
            <a:off x="12636500" y="732790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92B7C63-B48D-049D-4833-1F330CCD5155}"/>
              </a:ext>
            </a:extLst>
          </p:cNvPr>
          <p:cNvSpPr/>
          <p:nvPr/>
        </p:nvSpPr>
        <p:spPr>
          <a:xfrm>
            <a:off x="12636500" y="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6144"/>
            <a:ext cx="125385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QR-FOOD: Будущее заказов еды уже здесь!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844522"/>
            <a:ext cx="4221599" cy="27218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460" y="2844522"/>
            <a:ext cx="4221599" cy="272188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510" y="2844522"/>
            <a:ext cx="4221599" cy="27218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3790" y="596753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Присоединяйтесь к нашей революции! Инвестируйте в удобство и эффективность! QR-FOOD — Telegram WebApp для вашего бизнеса. Откройте для себя новые возможности уже сегодня.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14B8909-A4FE-6CB6-5BA3-C2E4DECC7783}"/>
              </a:ext>
            </a:extLst>
          </p:cNvPr>
          <p:cNvSpPr/>
          <p:nvPr/>
        </p:nvSpPr>
        <p:spPr>
          <a:xfrm>
            <a:off x="12636500" y="7327900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ACECBF-69FF-8765-04C4-608720A6814E}"/>
              </a:ext>
            </a:extLst>
          </p:cNvPr>
          <p:cNvSpPr/>
          <p:nvPr/>
        </p:nvSpPr>
        <p:spPr>
          <a:xfrm>
            <a:off x="0" y="-16967"/>
            <a:ext cx="1993900" cy="901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283</Words>
  <Application>Microsoft Macintosh PowerPoint</Application>
  <PresentationFormat>Произвольный</PresentationFormat>
  <Paragraphs>65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Inter</vt:lpstr>
      <vt:lpstr>Inter Bold</vt:lpstr>
      <vt:lpstr>Inter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Владислав Дремков</cp:lastModifiedBy>
  <cp:revision>2</cp:revision>
  <dcterms:created xsi:type="dcterms:W3CDTF">2025-06-06T08:12:44Z</dcterms:created>
  <dcterms:modified xsi:type="dcterms:W3CDTF">2025-06-06T08:16:01Z</dcterms:modified>
</cp:coreProperties>
</file>